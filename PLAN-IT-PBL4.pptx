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77" r:id="rId5"/>
    <p:sldId id="259" r:id="rId6"/>
    <p:sldId id="278" r:id="rId7"/>
    <p:sldId id="260" r:id="rId8"/>
    <p:sldId id="270" r:id="rId9"/>
    <p:sldId id="262" r:id="rId10"/>
    <p:sldId id="261" r:id="rId11"/>
    <p:sldId id="266" r:id="rId12"/>
    <p:sldId id="279" r:id="rId13"/>
    <p:sldId id="280" r:id="rId14"/>
    <p:sldId id="281" r:id="rId15"/>
    <p:sldId id="282" r:id="rId16"/>
    <p:sldId id="283" r:id="rId17"/>
    <p:sldId id="284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1" d="100"/>
          <a:sy n="61" d="100"/>
        </p:scale>
        <p:origin x="860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90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037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88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162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1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3283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892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39555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2230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657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4793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37641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1101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735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315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.dev/" TargetMode="External"/><Relationship Id="rId2" Type="http://schemas.openxmlformats.org/officeDocument/2006/relationships/hyperlink" Target="https://supabase.com/doc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ailwindcss.com/docs" TargetMode="External"/><Relationship Id="rId4" Type="http://schemas.openxmlformats.org/officeDocument/2006/relationships/hyperlink" Target="https://vercel.com/doc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7824" y="2934586"/>
            <a:ext cx="9790176" cy="978194"/>
          </a:xfrm>
        </p:spPr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lang="en-IN" dirty="0"/>
              <a:t>LAN-IT </a:t>
            </a:r>
            <a:r>
              <a:rPr lang="en-IN" sz="3200" dirty="0"/>
              <a:t>AI EVENT PLANNING COMPANION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YASHIKA NAGDEV</a:t>
            </a:r>
          </a:p>
          <a:p>
            <a:r>
              <a:rPr lang="en-IN" dirty="0"/>
              <a:t>23FE10CSE00213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Supervised By:</a:t>
            </a:r>
            <a:br>
              <a:rPr lang="en-IN" b="1" dirty="0"/>
            </a:br>
            <a:r>
              <a:rPr lang="en-IN" b="1" dirty="0" err="1"/>
              <a:t>Dr.Rajat</a:t>
            </a:r>
            <a:r>
              <a:rPr lang="en-IN" b="1" dirty="0"/>
              <a:t> Goel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788" y="438375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979" y="2103880"/>
            <a:ext cx="8825659" cy="341630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2D33AC0-E3CC-B066-15DD-59B0C8768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775" y="1800587"/>
            <a:ext cx="11220450" cy="499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E5D0-44F4-82E4-0AAF-B676E000B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Foundation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257EC-26B9-B694-24DA-A82AD2A19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839007"/>
            <a:ext cx="11229976" cy="4775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226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AB276A-0316-BE54-9C11-D8F395DA3B80}"/>
              </a:ext>
            </a:extLst>
          </p:cNvPr>
          <p:cNvSpPr txBox="1"/>
          <p:nvPr/>
        </p:nvSpPr>
        <p:spPr>
          <a:xfrm>
            <a:off x="1065049" y="1932311"/>
            <a:ext cx="117117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 </a:t>
            </a:r>
          </a:p>
          <a:p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07930B-FA62-7942-9FED-2788DDF931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55" y="1824697"/>
            <a:ext cx="11267090" cy="4859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8E6141-F398-8D27-C8E8-5D891582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94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073" y="2485855"/>
            <a:ext cx="11351491" cy="41563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E18E35-E587-34B4-D14E-1BFCCC6179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476" y="1763360"/>
            <a:ext cx="11225367" cy="509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C9EFC-0284-CB6D-A2A1-1C0D987E4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2AA8CA-D0D8-E26A-4375-1BAF4EEFA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973" y="1834328"/>
            <a:ext cx="11240053" cy="5023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87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109" y="2410691"/>
            <a:ext cx="11028217" cy="423949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344A59-EC5A-52F6-E5FF-509A9A32D4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007" y="1680632"/>
            <a:ext cx="11161986" cy="5177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0845" y="2364509"/>
            <a:ext cx="5319737" cy="449349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[User Registration]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[Login &amp; Auth]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[Event Planning &amp; Vender Browsing]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[ADMIN and USER Dashboard]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[Event Registration]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 Database Storage]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[Points Update &amp; Leaderboard]</a:t>
            </a:r>
          </a:p>
          <a:p>
            <a:pPr marL="0" indent="0">
              <a:buNone/>
            </a:pPr>
            <a:r>
              <a:rPr lang="en-IN" dirty="0"/>
              <a:t>        ↓</a:t>
            </a:r>
          </a:p>
          <a:p>
            <a:pPr marL="0" indent="0">
              <a:buNone/>
            </a:pPr>
            <a:r>
              <a:rPr lang="en-IN" dirty="0"/>
              <a:t>[Final Output to User]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F742396-E948-5AE7-8EB8-2BB1BD369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812" y="1860332"/>
            <a:ext cx="11209712" cy="499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932ED-D336-58D1-BB40-F27EE37D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6C0531-7F74-422F-A9EF-521E11D63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66" y="1786758"/>
            <a:ext cx="11235558" cy="507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70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66807C-3123-A9DC-7CD7-3524DBB5B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407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DCF1F-89ED-ADEB-231A-263ECCB12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376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8E40A7-6ACF-148C-4F27-B5BC5934DA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272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593F6-5D2F-9C47-96EE-B3FE9DC0D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6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A61B54-7C61-0A6C-71C4-87288FE38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435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1.</a:t>
            </a:r>
            <a:r>
              <a:rPr lang="en-IN" dirty="0"/>
              <a:t> Mane, P. &amp; Patil, R. (2021). </a:t>
            </a:r>
            <a:r>
              <a:rPr lang="en-IN" i="1" dirty="0"/>
              <a:t>Event Management System Using Web Technologies.</a:t>
            </a:r>
            <a:r>
              <a:rPr lang="en-IN" dirty="0"/>
              <a:t> International Journal of Computer Applications.</a:t>
            </a:r>
            <a:br>
              <a:rPr lang="en-IN" dirty="0"/>
            </a:br>
            <a:r>
              <a:rPr lang="en-IN" b="1" dirty="0"/>
              <a:t>2.</a:t>
            </a:r>
            <a:r>
              <a:rPr lang="en-IN" dirty="0"/>
              <a:t> Sharma, A. &amp; Gupta, R. (2020). </a:t>
            </a:r>
            <a:r>
              <a:rPr lang="en-IN" i="1" dirty="0"/>
              <a:t>Online Campus Event Portal for Universities.</a:t>
            </a:r>
            <a:r>
              <a:rPr lang="en-IN" dirty="0"/>
              <a:t> International Journal of Engineering Research and Technology.</a:t>
            </a:r>
            <a:br>
              <a:rPr lang="en-IN" dirty="0"/>
            </a:br>
            <a:r>
              <a:rPr lang="en-IN" b="1" dirty="0"/>
              <a:t>3.</a:t>
            </a:r>
            <a:r>
              <a:rPr lang="en-IN" dirty="0"/>
              <a:t> </a:t>
            </a:r>
            <a:r>
              <a:rPr lang="en-IN" dirty="0" err="1"/>
              <a:t>Supabase</a:t>
            </a:r>
            <a:r>
              <a:rPr lang="en-IN" dirty="0"/>
              <a:t> Documentation. </a:t>
            </a:r>
            <a:r>
              <a:rPr lang="en-IN" i="1" dirty="0"/>
              <a:t>Authentication, Database &amp; Realtime Features.</a:t>
            </a:r>
            <a:r>
              <a:rPr lang="en-IN" dirty="0"/>
              <a:t> </a:t>
            </a:r>
            <a:r>
              <a:rPr lang="en-IN" dirty="0">
                <a:hlinkClick r:id="rId2"/>
              </a:rPr>
              <a:t>https://supabase.com/docs</a:t>
            </a:r>
            <a:br>
              <a:rPr lang="en-IN" dirty="0"/>
            </a:br>
            <a:r>
              <a:rPr lang="en-IN" b="1" dirty="0"/>
              <a:t>4.</a:t>
            </a:r>
            <a:r>
              <a:rPr lang="en-IN" dirty="0"/>
              <a:t> ReactJS Documentation. </a:t>
            </a:r>
            <a:r>
              <a:rPr lang="en-IN" i="1" dirty="0"/>
              <a:t>Building Interactive User Interfaces.</a:t>
            </a:r>
            <a:r>
              <a:rPr lang="en-IN" dirty="0"/>
              <a:t> </a:t>
            </a:r>
            <a:r>
              <a:rPr lang="en-IN" dirty="0">
                <a:hlinkClick r:id="rId3"/>
              </a:rPr>
              <a:t>https://react.dev</a:t>
            </a:r>
            <a:br>
              <a:rPr lang="en-IN" dirty="0"/>
            </a:br>
            <a:r>
              <a:rPr lang="en-IN" b="1" dirty="0"/>
              <a:t>5.</a:t>
            </a:r>
            <a:r>
              <a:rPr lang="en-IN" dirty="0"/>
              <a:t> </a:t>
            </a:r>
            <a:r>
              <a:rPr lang="en-IN" dirty="0" err="1"/>
              <a:t>Vercel</a:t>
            </a:r>
            <a:r>
              <a:rPr lang="en-IN" dirty="0"/>
              <a:t> Documentation. </a:t>
            </a:r>
            <a:r>
              <a:rPr lang="en-IN" i="1" dirty="0"/>
              <a:t>Frontend Deployment Platform.</a:t>
            </a:r>
            <a:r>
              <a:rPr lang="en-IN" dirty="0"/>
              <a:t> </a:t>
            </a:r>
            <a:r>
              <a:rPr lang="en-IN" dirty="0">
                <a:hlinkClick r:id="rId4"/>
              </a:rPr>
              <a:t>https://vercel.com/docs</a:t>
            </a:r>
            <a:br>
              <a:rPr lang="en-IN" dirty="0"/>
            </a:br>
            <a:r>
              <a:rPr lang="en-IN" b="1" dirty="0"/>
              <a:t>6.</a:t>
            </a:r>
            <a:r>
              <a:rPr lang="en-IN" dirty="0"/>
              <a:t> </a:t>
            </a:r>
            <a:r>
              <a:rPr lang="en-IN" dirty="0" err="1"/>
              <a:t>TailwindCSS</a:t>
            </a:r>
            <a:r>
              <a:rPr lang="en-IN" dirty="0"/>
              <a:t> Docs. </a:t>
            </a:r>
            <a:r>
              <a:rPr lang="en-IN" i="1" dirty="0"/>
              <a:t>Utility-first CSS Framework.</a:t>
            </a:r>
            <a:r>
              <a:rPr lang="en-IN" dirty="0"/>
              <a:t> </a:t>
            </a:r>
            <a:r>
              <a:rPr lang="en-IN" dirty="0">
                <a:hlinkClick r:id="rId5"/>
              </a:rPr>
              <a:t>https://tailwindcss.com/docs</a:t>
            </a:r>
            <a:br>
              <a:rPr lang="en-IN" dirty="0"/>
            </a:br>
            <a:r>
              <a:rPr lang="en-IN" b="1" dirty="0"/>
              <a:t>7.</a:t>
            </a:r>
            <a:r>
              <a:rPr lang="en-IN" dirty="0"/>
              <a:t> Manipal University Jaipur (MUJ). </a:t>
            </a:r>
            <a:r>
              <a:rPr lang="en-IN" i="1" dirty="0"/>
              <a:t>Campus Venue Information &amp; Event Guidelines.</a:t>
            </a:r>
            <a:br>
              <a:rPr lang="en-IN" dirty="0"/>
            </a:br>
            <a:r>
              <a:rPr lang="en-IN" b="1" dirty="0"/>
              <a:t>8.</a:t>
            </a:r>
            <a:r>
              <a:rPr lang="en-IN" dirty="0"/>
              <a:t> OpenAI ChatGPT. </a:t>
            </a:r>
            <a:r>
              <a:rPr lang="en-IN" i="1" dirty="0"/>
              <a:t>Assistance for development, debugging, and explanation during project creation.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b="1" i="1" u="sng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1432</TotalTime>
  <Words>279</Words>
  <Application>Microsoft Office PowerPoint</Application>
  <PresentationFormat>Widescreen</PresentationFormat>
  <Paragraphs>43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Century Gothic</vt:lpstr>
      <vt:lpstr>Wingdings</vt:lpstr>
      <vt:lpstr>Wingdings 3</vt:lpstr>
      <vt:lpstr>Ion Boardroom</vt:lpstr>
      <vt:lpstr>PLAN-IT AI EVENT PLANNING COMPANION</vt:lpstr>
      <vt:lpstr>Outline</vt:lpstr>
      <vt:lpstr>Introduction</vt:lpstr>
      <vt:lpstr>Research Foundation</vt:lpstr>
      <vt:lpstr>Literature Review</vt:lpstr>
      <vt:lpstr>PowerPoint Presentation</vt:lpstr>
      <vt:lpstr>Problem Statement</vt:lpstr>
      <vt:lpstr>Proposed Solution</vt:lpstr>
      <vt:lpstr>Objectives</vt:lpstr>
      <vt:lpstr>Proposed Methodology</vt:lpstr>
      <vt:lpstr>Result 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yashika nagdev</cp:lastModifiedBy>
  <cp:revision>10</cp:revision>
  <dcterms:created xsi:type="dcterms:W3CDTF">2025-09-29T05:03:41Z</dcterms:created>
  <dcterms:modified xsi:type="dcterms:W3CDTF">2026-04-10T17:52:51Z</dcterms:modified>
</cp:coreProperties>
</file>